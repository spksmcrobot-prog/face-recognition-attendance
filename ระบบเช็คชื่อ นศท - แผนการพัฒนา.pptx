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C8FF"/>
                </a:solidFill>
                <a:latin typeface="Sarabun"/>
              </a:rPr>
              <a:t>ระบบเช็คชื่อนักศึกษาวิชาทหาร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Sarabun"/>
              </a:rPr>
              <a:t>ด้วยการสแกนใบหน้า  (Face Recognition Attendance)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FFB3"/>
                </a:solidFill>
                <a:latin typeface="Sarabun"/>
              </a:rPr>
              <a:t>นศท. | ระบบเว็บแอปพลิเคชัน | ฟรี 100%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08960"/>
            <a:ext cx="3474720" cy="22860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347472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Sarabun"/>
              </a:rPr>
              <a:t>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C8FF"/>
                </a:solidFill>
                <a:latin typeface="Sarabun"/>
              </a:rPr>
              <a:t>Web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D6F1"/>
                </a:solidFill>
                <a:latin typeface="Sarabun"/>
              </a:rPr>
              <a:t>ไม่ต้องติดตั้ง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3108960"/>
            <a:ext cx="3474720" cy="22860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3108960"/>
            <a:ext cx="347472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32004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Sarabun"/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931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C8FF"/>
                </a:solidFill>
                <a:latin typeface="Sarabun"/>
              </a:rPr>
              <a:t>AI ใบหน้า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389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D6F1"/>
                </a:solidFill>
                <a:latin typeface="Sarabun"/>
              </a:rPr>
              <a:t>face-api.js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3108960"/>
            <a:ext cx="3474720" cy="22860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3108960"/>
            <a:ext cx="347472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2004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Sarabun"/>
              </a:rPr>
              <a:t>☁️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931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C8FF"/>
                </a:solidFill>
                <a:latin typeface="Sarabun"/>
              </a:rPr>
              <a:t>Cloud Free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389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D6F1"/>
                </a:solidFill>
                <a:latin typeface="Sarabun"/>
              </a:rPr>
              <a:t>Firebase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D6F1"/>
                </a:solidFill>
                <a:latin typeface="Sarabun"/>
              </a:rPr>
              <a:t>วางแผนระบบ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5C5C"/>
                </a:solidFill>
                <a:latin typeface="Sarabun"/>
              </a:rPr>
              <a:t>❗ ปัญหาที่ต้องการแก้ไข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669280" cy="21031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210312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arabun"/>
              </a:rPr>
              <a:t>😩  เช็คชื่อแบบเดิม ใช้เวลานาน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F1"/>
                </a:solidFill>
                <a:latin typeface="Sarabun"/>
              </a:rPr>
              <a:t>ต้องเรียกชื่อ / เซ็นชื่อทีละคน ใช้เวลา 10-20 นาที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669280" cy="21031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73152" cy="210312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258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arabun"/>
              </a:rPr>
              <a:t>📋  ข้อมูลกระจัดกระจาย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19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F1"/>
                </a:solidFill>
                <a:latin typeface="Sarabun"/>
              </a:rPr>
              <a:t>บันทึกลงกระดาษ สูญหายง่าย หาข้อมูลย้อนหลังยาก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66160"/>
            <a:ext cx="5669280" cy="21031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566160"/>
            <a:ext cx="73152" cy="210312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arabun"/>
              </a:rPr>
              <a:t>🤔  ตรวจสอบยาก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519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F1"/>
                </a:solidFill>
                <a:latin typeface="Sarabun"/>
              </a:rPr>
              <a:t>ไม่รู้ว่าใครมา ใครขาด ต้องนับมือ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566160"/>
            <a:ext cx="5669280" cy="21031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566160"/>
            <a:ext cx="73152" cy="210312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7033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arabun"/>
              </a:rPr>
              <a:t>💻  ต้องรันเครื่อง Server เอง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519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F1"/>
                </a:solidFill>
                <a:latin typeface="Sarabun"/>
              </a:rPr>
              <a:t>ซับซ้อน ค่าใช้จ่ายสูง ดูแลยาก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E676"/>
                </a:solidFill>
                <a:latin typeface="Sarabun"/>
              </a:rPr>
              <a:t>✅ วิธีแก้ปัญหา — ระบบสแกนใบหน้าบนเว็บ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669280" cy="21031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21031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arabun"/>
              </a:rPr>
              <a:t>⚡  เร็วขึ้น 10x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F1"/>
                </a:solidFill>
                <a:latin typeface="Sarabun"/>
              </a:rPr>
              <a:t>สแกนใบหน้า 1-2 วินาที/คน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669280" cy="21031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73152" cy="21031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258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arabun"/>
              </a:rPr>
              <a:t>☁️  ข้อมูลอยู่ 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19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F1"/>
                </a:solidFill>
                <a:latin typeface="Sarabun"/>
              </a:rPr>
              <a:t>เข้าถึงได้ทุกที่ ปลอดภัย Backup อัตโนมัติ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66160"/>
            <a:ext cx="5669280" cy="21031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566160"/>
            <a:ext cx="73152" cy="21031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arabun"/>
              </a:rPr>
              <a:t>📊  รายงานอัตโนมัติ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519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F1"/>
                </a:solidFill>
                <a:latin typeface="Sarabun"/>
              </a:rPr>
              <a:t>ดูสถิติการมาเรียน Export ข้อมูลได้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566160"/>
            <a:ext cx="5669280" cy="21031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566160"/>
            <a:ext cx="73152" cy="21031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7033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arabun"/>
              </a:rPr>
              <a:t>🆓  ฟรี 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519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F1"/>
                </a:solidFill>
                <a:latin typeface="Sarabun"/>
              </a:rPr>
              <a:t>ไม่มีค่าใช้จ่าย ไม่ต้องรัน Server เอง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7C3AFF"/>
                </a:solidFill>
                <a:latin typeface="Sarabun"/>
              </a:rPr>
              <a:t>🛠️ Technology Stack ที่ใช้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3749039" cy="24231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3749039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2344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Sarabun"/>
              </a:rP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234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8FF"/>
                </a:solidFill>
                <a:latin typeface="Sarabun"/>
              </a:rPr>
              <a:t>face-api.js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8191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F1"/>
                </a:solidFill>
                <a:latin typeface="Sarabun"/>
              </a:rPr>
              <a:t>AI จำใบหน้า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96596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arabun"/>
              </a:rPr>
              <a:t>ทำงานในเบราว์เซอร์ ไม่ต้องมี Server AI
ใช้ TensorFlow.js ความแม่นยำ ~95%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143000"/>
            <a:ext cx="3749039" cy="24231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143000"/>
            <a:ext cx="3749039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2344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Sarabun"/>
              </a:rPr>
              <a:t>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199" y="1234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700"/>
                </a:solidFill>
                <a:latin typeface="Sarabun"/>
              </a:rPr>
              <a:t>Firebase Firestore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199" y="158191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F1"/>
                </a:solidFill>
                <a:latin typeface="Sarabun"/>
              </a:rPr>
              <a:t>ฐานข้อมูล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96596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arabun"/>
              </a:rPr>
              <a:t>เก็บข้อมูล นศท. + ประวัติเช็คชื่อ
ฟรี 50,000 อ่าน / 20,000 เขียน ต่อวัน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143000"/>
            <a:ext cx="3749039" cy="24231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143000"/>
            <a:ext cx="3749039" cy="6400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2344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Sarabun"/>
              </a:rPr>
              <a:t>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234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E676"/>
                </a:solidFill>
                <a:latin typeface="Sarabun"/>
              </a:rPr>
              <a:t>Firebase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158191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F1"/>
                </a:solidFill>
                <a:latin typeface="Sarabun"/>
              </a:rPr>
              <a:t>เก็บรูปโปรไฟล์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196596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arabun"/>
              </a:rPr>
              <a:t>เก็บรูปโปรไฟล์ 1,000 คน
ฟรี 5GB | ใช้แค่ ~400MB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794760"/>
            <a:ext cx="3749039" cy="24231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794760"/>
            <a:ext cx="3749039" cy="64008"/>
          </a:xfrm>
          <a:prstGeom prst="rect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38862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Sarabun"/>
              </a:rPr>
              <a:t>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886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FFB3"/>
                </a:solidFill>
                <a:latin typeface="Sarabun"/>
              </a:rPr>
              <a:t>Firebase Hosting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2336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F1"/>
                </a:solidFill>
                <a:latin typeface="Sarabun"/>
              </a:rPr>
              <a:t>Deploy เว็บ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461772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arabun"/>
              </a:rPr>
              <a:t>ได้ URL สาธารณะใช้งานได้ทุกที่
ฟรี | SSL ในตัว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59" y="3794760"/>
            <a:ext cx="3749039" cy="24231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59" y="3794760"/>
            <a:ext cx="3749039" cy="64008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38862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Sarabun"/>
              </a:rPr>
              <a:t>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199" y="3886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5C5C"/>
                </a:solidFill>
                <a:latin typeface="Sarabun"/>
              </a:rPr>
              <a:t>Firebase Auth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199" y="42336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F1"/>
                </a:solidFill>
                <a:latin typeface="Sarabun"/>
              </a:rPr>
              <a:t>ระบบล็อกอิน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61772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arabun"/>
              </a:rPr>
              <a:t>จัดการ Login Admin
รองรับ Email / Google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3794760"/>
            <a:ext cx="3749039" cy="24231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3794760"/>
            <a:ext cx="3749039" cy="640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38862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Sarabun"/>
              </a:rPr>
              <a:t>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3886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3AFF"/>
                </a:solidFill>
                <a:latin typeface="Sarabun"/>
              </a:rPr>
              <a:t>HTML + JavaScript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42336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F1"/>
                </a:solidFill>
                <a:latin typeface="Sarabun"/>
              </a:rPr>
              <a:t>Frontend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461772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arabun"/>
              </a:rPr>
              <a:t>สร้าง UI เว็บแอปพลิเคชัน
ไม่ต้องใช้ Framework ซับซ้อน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8FF"/>
                </a:solidFill>
                <a:latin typeface="Sarabun"/>
              </a:rPr>
              <a:t>🧠 face-api.js คืออะไร?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6858000" cy="53035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C8FF"/>
                </a:solidFill>
                <a:latin typeface="Sarabun"/>
              </a:rPr>
              <a:t>📌 Library JavaScript สำหรับจำใบหน้า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6492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arabun"/>
              </a:rPr>
              <a:t>1️⃣  ตรวจจับใบหน้าในภาพ (Face Detection)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6492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arabun"/>
              </a:rPr>
              <a:t>2️⃣  หาจุด 68 จุดบนใบหน้า (Landmarks)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6492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arabun"/>
              </a:rPr>
              <a:t>3️⃣  แปลงใบหน้าเป็นตัวเลข 128 ค่า (Descriptor)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6492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arabun"/>
              </a:rPr>
              <a:t>4️⃣  เปรียบเทียบกับข้อมูลที่ลงทะเบียนไว้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92040"/>
            <a:ext cx="6492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arabun"/>
              </a:rPr>
              <a:t>5️⃣  ถ้าตรงกัน → เช็คชื่อสำเร็จ 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623560"/>
            <a:ext cx="6858000" cy="548640"/>
          </a:xfrm>
          <a:prstGeom prst="rect">
            <a:avLst/>
          </a:prstGeom>
          <a:solidFill>
            <a:srgbClr val="0A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566928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676"/>
                </a:solidFill>
                <a:latin typeface="Sarabun"/>
              </a:rPr>
              <a:t>✅ ทำงานในเบราว์เซอร์ ไม่ส่งรูปออก Cloud | ฟรี 100% | Open-source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1097280"/>
            <a:ext cx="4297680" cy="22860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1887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D700"/>
                </a:solidFill>
                <a:latin typeface="Sarabun"/>
              </a:rPr>
              <a:t>⚡ ความเร็ว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16002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F1"/>
                </a:solidFill>
                <a:latin typeface="Sarabun"/>
              </a:rPr>
              <a:t>• PC / Laptop    ~0.5 – 1 วิ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9202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F1"/>
                </a:solidFill>
                <a:latin typeface="Sarabun"/>
              </a:rPr>
              <a:t>• มือถือ Mid      ~1 – 2 วิ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2402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F1"/>
                </a:solidFill>
                <a:latin typeface="Sarabun"/>
              </a:rPr>
              <a:t>• มือถือ Low-end  ~2 – 4 วิ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5603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F1"/>
                </a:solidFill>
                <a:latin typeface="Sarabun"/>
              </a:rPr>
              <a:t>• โหลด Model ครั้งแรก ~5-8 วิ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8803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F1"/>
                </a:solidFill>
                <a:latin typeface="Sarabun"/>
              </a:rPr>
              <a:t>  (Cache แล้วเร็วขึ้นมาก)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3566160"/>
            <a:ext cx="4297680" cy="283464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36576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FFB3"/>
                </a:solidFill>
                <a:latin typeface="Sarabun"/>
              </a:rPr>
              <a:t>🔒 ความเป็นส่วนตัว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1148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F1"/>
                </a:solidFill>
                <a:latin typeface="Sarabun"/>
              </a:rPr>
              <a:t>• รูปไม่ถูกส่งออกไปไหน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5262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F1"/>
                </a:solidFill>
                <a:latin typeface="Sarabun"/>
              </a:rPr>
              <a:t>• ประมวลผลในเครื่องผู้ใช้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9377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F1"/>
                </a:solidFill>
                <a:latin typeface="Sarabun"/>
              </a:rPr>
              <a:t>• เก็บแค่ตัวเลข 128 ค่า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53492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F1"/>
                </a:solidFill>
                <a:latin typeface="Sarabun"/>
              </a:rPr>
              <a:t>• ขนาด ~1KB ต่อคน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57607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F1"/>
                </a:solidFill>
                <a:latin typeface="Sarabun"/>
              </a:rPr>
              <a:t>• ไม่ต้องมี API Key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D700"/>
                </a:solidFill>
                <a:latin typeface="Sarabun"/>
              </a:rPr>
              <a:t>💾 โครงสร้างฐานข้อมูล (Firebase Firestore)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394960" cy="50292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94960" cy="4572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612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arabun"/>
              </a:rPr>
              <a:t>📁 Collection: students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91640"/>
            <a:ext cx="5303520" cy="530352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8FF"/>
                </a:solidFill>
                <a:latin typeface="Sarabun"/>
              </a:rPr>
              <a:t>studentId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FFB3"/>
                </a:solidFill>
                <a:latin typeface="Sarabun"/>
              </a:rPr>
              <a:t>string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F1"/>
                </a:solidFill>
                <a:latin typeface="Sarabun"/>
              </a:rPr>
              <a:t>รหัสนักศึกษา เช่น 640001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267712"/>
            <a:ext cx="5303520" cy="530352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3134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8FF"/>
                </a:solidFill>
                <a:latin typeface="Sarabun"/>
              </a:rPr>
              <a:t>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3134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FFB3"/>
                </a:solidFill>
                <a:latin typeface="Sarabun"/>
              </a:rPr>
              <a:t>string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5420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F1"/>
                </a:solidFill>
                <a:latin typeface="Sarabun"/>
              </a:rPr>
              <a:t>ชื่อ-นามสกุล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843784"/>
            <a:ext cx="5303520" cy="530352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88950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8FF"/>
                </a:solidFill>
                <a:latin typeface="Sarabun"/>
              </a:rPr>
              <a:t>unit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88950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FFB3"/>
                </a:solidFill>
                <a:latin typeface="Sarabun"/>
              </a:rPr>
              <a:t>string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11810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F1"/>
                </a:solidFill>
                <a:latin typeface="Sarabun"/>
              </a:rPr>
              <a:t>หน่วย / ชั้นปี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419856"/>
            <a:ext cx="5303520" cy="530352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6557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8FF"/>
                </a:solidFill>
                <a:latin typeface="Sarabun"/>
              </a:rPr>
              <a:t>photoURL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46557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FFB3"/>
                </a:solidFill>
                <a:latin typeface="Sarabun"/>
              </a:rPr>
              <a:t>string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69417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F1"/>
                </a:solidFill>
                <a:latin typeface="Sarabun"/>
              </a:rPr>
              <a:t>URL รูปโปรไฟล์ (Firebase Storage)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995928"/>
            <a:ext cx="5303520" cy="530352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0416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8FF"/>
                </a:solidFill>
                <a:latin typeface="Sarabun"/>
              </a:rPr>
              <a:t>faceDescriptor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4041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FFB3"/>
                </a:solidFill>
                <a:latin typeface="Sarabun"/>
              </a:rPr>
              <a:t>array[128]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27024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F1"/>
                </a:solidFill>
                <a:latin typeface="Sarabun"/>
              </a:rPr>
              <a:t>ตัวเลข 128 ค่าจำใบหน้า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572000"/>
            <a:ext cx="5303520" cy="530352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617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8FF"/>
                </a:solidFill>
                <a:latin typeface="Sarabun"/>
              </a:rPr>
              <a:t>registeredAt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4617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FFB3"/>
                </a:solidFill>
                <a:latin typeface="Sarabun"/>
              </a:rPr>
              <a:t>timestamp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8463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F1"/>
                </a:solidFill>
                <a:latin typeface="Sarabun"/>
              </a:rPr>
              <a:t>วันที่ลงทะเบียน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5148072"/>
            <a:ext cx="5303520" cy="530352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19379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8FF"/>
                </a:solidFill>
                <a:latin typeface="Sarabun"/>
              </a:rPr>
              <a:t>isActive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51937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FFB3"/>
                </a:solidFill>
                <a:latin typeface="Sarabun"/>
              </a:rPr>
              <a:t>boolean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4223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F1"/>
                </a:solidFill>
                <a:latin typeface="Sarabun"/>
              </a:rPr>
              <a:t>เปิด/ปิดใช้งาน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1097280"/>
            <a:ext cx="5486400" cy="50292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1097280"/>
            <a:ext cx="5486400" cy="457200"/>
          </a:xfrm>
          <a:prstGeom prst="rect">
            <a:avLst/>
          </a:prstGeom>
          <a:solidFill>
            <a:srgbClr val="AA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116128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arabun"/>
              </a:rPr>
              <a:t>📁 Collection: attendance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1691640"/>
            <a:ext cx="5394960" cy="493776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172821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FF"/>
                </a:solidFill>
                <a:latin typeface="Sarabun"/>
              </a:rPr>
              <a:t>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172821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FFB3"/>
                </a:solidFill>
                <a:latin typeface="Sarabun"/>
              </a:rPr>
              <a:t>string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1956816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F1"/>
                </a:solidFill>
                <a:latin typeface="Sarabun"/>
              </a:rPr>
              <a:t>ID อัตโนมัติจาก Firestore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2231136"/>
            <a:ext cx="5394960" cy="493776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226771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FF"/>
                </a:solidFill>
                <a:latin typeface="Sarabun"/>
              </a:rPr>
              <a:t>studentId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22677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FFB3"/>
                </a:solidFill>
                <a:latin typeface="Sarabun"/>
              </a:rPr>
              <a:t>string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2496312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F1"/>
                </a:solidFill>
                <a:latin typeface="Sarabun"/>
              </a:rPr>
              <a:t>รหัส นศท. ที่เช็คชื่อ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2770632"/>
            <a:ext cx="5394960" cy="493776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280720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FF"/>
                </a:solidFill>
                <a:latin typeface="Sarabun"/>
              </a:rPr>
              <a:t>studentName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28072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FFB3"/>
                </a:solidFill>
                <a:latin typeface="Sarabun"/>
              </a:rPr>
              <a:t>string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303580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F1"/>
                </a:solidFill>
                <a:latin typeface="Sarabun"/>
              </a:rPr>
              <a:t>ชื่อ นศท.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55080" y="3310128"/>
            <a:ext cx="5394960" cy="493776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334670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FF"/>
                </a:solidFill>
                <a:latin typeface="Sarabun"/>
              </a:rPr>
              <a:t>date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33467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FFB3"/>
                </a:solidFill>
                <a:latin typeface="Sarabun"/>
              </a:rPr>
              <a:t>string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46520" y="3575304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F1"/>
                </a:solidFill>
                <a:latin typeface="Sarabun"/>
              </a:rPr>
              <a:t>วันที่ เช่น 2026-07-21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55080" y="3849624"/>
            <a:ext cx="5394960" cy="493776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46520" y="38862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FF"/>
                </a:solidFill>
                <a:latin typeface="Sarabun"/>
              </a:rPr>
              <a:t>session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38862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FFB3"/>
                </a:solidFill>
                <a:latin typeface="Sarabun"/>
              </a:rPr>
              <a:t>string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46520" y="411480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F1"/>
                </a:solidFill>
                <a:latin typeface="Sarabun"/>
              </a:rPr>
              <a:t>รอบ: morning / afternoon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4389120"/>
            <a:ext cx="5394960" cy="493776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46520" y="442569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FF"/>
                </a:solidFill>
                <a:latin typeface="Sarabun"/>
              </a:rPr>
              <a:t>status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0" y="442569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FFB3"/>
                </a:solidFill>
                <a:latin typeface="Sarabun"/>
              </a:rPr>
              <a:t>string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46520" y="4654296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F1"/>
                </a:solidFill>
                <a:latin typeface="Sarabun"/>
              </a:rPr>
              <a:t>present / absent / late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55080" y="4928616"/>
            <a:ext cx="5394960" cy="493776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46520" y="496519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FF"/>
                </a:solidFill>
                <a:latin typeface="Sarabun"/>
              </a:rPr>
              <a:t>verifiedAt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0" y="49651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FFB3"/>
                </a:solidFill>
                <a:latin typeface="Sarabun"/>
              </a:rPr>
              <a:t>timestamp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46520" y="5193792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F1"/>
                </a:solidFill>
                <a:latin typeface="Sarabun"/>
              </a:rPr>
              <a:t>เวลาที่เช็คชื่อสำเร็จ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55080" y="5468112"/>
            <a:ext cx="5394960" cy="493776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46520" y="550468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FF"/>
                </a:solidFill>
                <a:latin typeface="Sarabun"/>
              </a:rPr>
              <a:t>confidence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0" y="550468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FFB3"/>
                </a:solidFill>
                <a:latin typeface="Sarabun"/>
              </a:rPr>
              <a:t>number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46520" y="573328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F1"/>
                </a:solidFill>
                <a:latin typeface="Sarabun"/>
              </a:rPr>
              <a:t>ความมั่นใจ AI (0.0-1.0)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FFB3"/>
                </a:solidFill>
                <a:latin typeface="Sarabun"/>
              </a:rPr>
              <a:t>🔄 Flow การทำงานของระบบ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486400" cy="246888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486400" cy="411480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arabun"/>
              </a:rPr>
              <a:t>👤 Flow A: ลงทะเบียน นศท.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arabun"/>
              </a:rPr>
              <a:t>1. แอดมินเปิดหน้าลงทะเบียน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11095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arabun"/>
              </a:rPr>
              <a:t>2. กรอกข้อมูล นศท. (ชื่อ, รหัส, หน่วย)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2199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arabun"/>
              </a:rPr>
              <a:t>3. เปิดกล้อง → ถ่ายรูปโปรไฟล์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53288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arabun"/>
              </a:rPr>
              <a:t>4. face-api.js สร้าง Descriptor (128 ค่า)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84378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arabun"/>
              </a:rPr>
              <a:t>5. Upload รูป → Firebase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1546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arabun"/>
              </a:rPr>
              <a:t>6. บันทึกข้อมูล + Descriptor → Firestore 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097280"/>
            <a:ext cx="5577840" cy="246888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097280"/>
            <a:ext cx="5577840" cy="411480"/>
          </a:xfrm>
          <a:prstGeom prst="rect">
            <a:avLst/>
          </a:prstGeom>
          <a:solidFill>
            <a:srgbClr val="00A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1430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arabun"/>
              </a:rPr>
              <a:t>✅ Flow B: เช็คชื่อ นศท.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60020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arabun"/>
              </a:rPr>
              <a:t>1. นศท. เปิดเว็บ → กดเช็คชื่อ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911095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arabun"/>
              </a:rPr>
              <a:t>2. เว็บโหลด Descriptor ทุกคนจาก Firestore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22199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arabun"/>
              </a:rPr>
              <a:t>3. เปิดกล้อง → สแกนใบหน้า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53288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arabun"/>
              </a:rPr>
              <a:t>4. face-api.js สร้าง Descriptor ของผู้สแกน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84378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arabun"/>
              </a:rPr>
              <a:t>5. เปรียบเทียบกับ Database (Distance &lt; 0.5)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1546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arabun"/>
              </a:rPr>
              <a:t>6. บันทึกผลใน attendance collection 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749039"/>
            <a:ext cx="11612880" cy="25603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749039"/>
            <a:ext cx="11612880" cy="411480"/>
          </a:xfrm>
          <a:prstGeom prst="rect">
            <a:avLst/>
          </a:prstGeom>
          <a:solidFill>
            <a:srgbClr val="99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7947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arabun"/>
              </a:rPr>
              <a:t>📊 Flow C: ดูรายงาน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51960"/>
            <a:ext cx="2103120" cy="182880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251960"/>
            <a:ext cx="210312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38912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Sarabun"/>
              </a:rPr>
              <a:t>แอดมินเข้าสู่ระบบ
ผ่าน Email/Password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4846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D6F1"/>
                </a:solidFill>
                <a:latin typeface="Sarabun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4251960"/>
            <a:ext cx="2103120" cy="182880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0" y="4251960"/>
            <a:ext cx="210312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34640" y="438912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Sarabun"/>
              </a:rPr>
              <a:t>เลือกวันที่
และรอบเวลา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4846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D6F1"/>
                </a:solidFill>
                <a:latin typeface="Sarabun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0" y="4251960"/>
            <a:ext cx="2103120" cy="182880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0" y="4251960"/>
            <a:ext cx="2103120" cy="54864"/>
          </a:xfrm>
          <a:prstGeom prst="rect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0640" y="438912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Sarabun"/>
              </a:rPr>
              <a:t>ระบบดึงข้อมูล
จาก Firestore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4846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D6F1"/>
                </a:solidFill>
                <a:latin typeface="Sarabun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4251960"/>
            <a:ext cx="2103120" cy="182880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15200" y="4251960"/>
            <a:ext cx="210312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06640" y="438912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Sarabun"/>
              </a:rPr>
              <a:t>แสดงตาราง
มา / ขาด / สาย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4846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D6F1"/>
                </a:solidFill>
                <a:latin typeface="Sarabun"/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01200" y="4251960"/>
            <a:ext cx="2103120" cy="182880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601200" y="4251960"/>
            <a:ext cx="2103120" cy="54864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438912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Sarabun"/>
              </a:rPr>
              <a:t>Export Excel /
PDF ได้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7C3AFF"/>
                </a:solidFill>
                <a:latin typeface="Sarabun"/>
              </a:rPr>
              <a:t>📱 หน้าจอและฟีเจอร์ของระบบ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3749039" cy="24231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3749039" cy="5029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21615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arabun"/>
              </a:rPr>
              <a:t>🏠  หน้าแรก (Landing)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F1"/>
                </a:solidFill>
                <a:latin typeface="Sarabun"/>
              </a:rPr>
              <a:t>• แสดงข้อมูลระบบ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F1"/>
                </a:solidFill>
                <a:latin typeface="Sarabun"/>
              </a:rPr>
              <a:t>• ปุ่มล็อกอิน / เช็คชื่อ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F1"/>
                </a:solidFill>
                <a:latin typeface="Sarabun"/>
              </a:rPr>
              <a:t>• สถิติรวม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143000"/>
            <a:ext cx="3749039" cy="24231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143000"/>
            <a:ext cx="3749039" cy="5029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21615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arabun"/>
              </a:rPr>
              <a:t>🔐  หน้าล็อกอิน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7830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F1"/>
                </a:solidFill>
                <a:latin typeface="Sarabun"/>
              </a:rPr>
              <a:t>• Email + Password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3317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F1"/>
                </a:solidFill>
                <a:latin typeface="Sarabun"/>
              </a:rPr>
              <a:t>• เฉพาะแอดมิน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8803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F1"/>
                </a:solidFill>
                <a:latin typeface="Sarabun"/>
              </a:rPr>
              <a:t>• Firebase Auth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143000"/>
            <a:ext cx="3749039" cy="24231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143000"/>
            <a:ext cx="3749039" cy="5029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21615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arabun"/>
              </a:rPr>
              <a:t>👤  ลงทะเบียน นศท.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7830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F1"/>
                </a:solidFill>
                <a:latin typeface="Sarabun"/>
              </a:rPr>
              <a:t>• กรอกข้อมูล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3317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F1"/>
                </a:solidFill>
                <a:latin typeface="Sarabun"/>
              </a:rPr>
              <a:t>• ถ่ายรูปโปรไฟล์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8803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F1"/>
                </a:solidFill>
                <a:latin typeface="Sarabun"/>
              </a:rPr>
              <a:t>• สร้าง Face Descriptor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794760"/>
            <a:ext cx="3749039" cy="24231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794760"/>
            <a:ext cx="3749039" cy="5029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386791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arabun"/>
              </a:rPr>
              <a:t>📷  หน้าเช็คชื่อ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4348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F1"/>
                </a:solidFill>
                <a:latin typeface="Sarabun"/>
              </a:rPr>
              <a:t>• เปิดกล้อง สแกนหน้า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9834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F1"/>
                </a:solidFill>
                <a:latin typeface="Sarabun"/>
              </a:rPr>
              <a:t>• ผล 1-2 วิ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5321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F1"/>
                </a:solidFill>
                <a:latin typeface="Sarabun"/>
              </a:rPr>
              <a:t>• บันทึกอัตโนมัติ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59" y="3794760"/>
            <a:ext cx="3749039" cy="24231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59" y="3794760"/>
            <a:ext cx="3749039" cy="5029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386791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arabun"/>
              </a:rPr>
              <a:t>📊  รายงานประจำวัน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4348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F1"/>
                </a:solidFill>
                <a:latin typeface="Sarabun"/>
              </a:rPr>
              <a:t>• ตารางมา/ขาด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49834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F1"/>
                </a:solidFill>
                <a:latin typeface="Sarabun"/>
              </a:rPr>
              <a:t>• กรองตามวัน/รอบ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55321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F1"/>
                </a:solidFill>
                <a:latin typeface="Sarabun"/>
              </a:rPr>
              <a:t>• Export Excel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3794760"/>
            <a:ext cx="3749039" cy="24231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3794760"/>
            <a:ext cx="3749039" cy="5029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386791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arabun"/>
              </a:rPr>
              <a:t>⚙️  จัดการระบบ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4348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F1"/>
                </a:solidFill>
                <a:latin typeface="Sarabun"/>
              </a:rPr>
              <a:t>• เพิ่ม/แก้ไข นศท.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9834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F1"/>
                </a:solidFill>
                <a:latin typeface="Sarabun"/>
              </a:rPr>
              <a:t>• ตั้งค่ารอบเวลา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5321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F1"/>
                </a:solidFill>
                <a:latin typeface="Sarabun"/>
              </a:rPr>
              <a:t>• สำรองข้อมูล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D700"/>
                </a:solidFill>
                <a:latin typeface="Sarabun"/>
              </a:rPr>
              <a:t>📅 แผนการพัฒนาระบบ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2743200" cy="521208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743200" cy="5029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188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Sarabun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44475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1B2A"/>
                </a:solidFill>
                <a:latin typeface="Sarabun"/>
              </a:rPr>
              <a:t>Week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arabun"/>
              </a:rPr>
              <a:t>🏗️ วางโครงสร้าง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40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F1"/>
                </a:solidFill>
                <a:latin typeface="Sarabun"/>
              </a:rPr>
              <a:t>☐  ตั้งค่า Firebase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063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F1"/>
                </a:solidFill>
                <a:latin typeface="Sarabun"/>
              </a:rPr>
              <a:t>☐  สร้างหน้าเว็บหลัก (HTML/CSS/JS)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86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F1"/>
                </a:solidFill>
                <a:latin typeface="Sarabun"/>
              </a:rPr>
              <a:t>☐  เชื่อมต่อ Firebase 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7091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F1"/>
                </a:solidFill>
                <a:latin typeface="Sarabun"/>
              </a:rPr>
              <a:t>☐  ทดสอบ face-api.js เบื้องต้น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143000"/>
            <a:ext cx="2743200" cy="521208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1143000"/>
            <a:ext cx="2743200" cy="5029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188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Sarabun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144475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1B2A"/>
                </a:solidFill>
                <a:latin typeface="Sarabun"/>
              </a:rPr>
              <a:t>Week 3-4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737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arabun"/>
              </a:rPr>
              <a:t>👤 ระบบลงทะเบียน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240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F1"/>
                </a:solidFill>
                <a:latin typeface="Sarabun"/>
              </a:rPr>
              <a:t>☐  หน้าลงทะเบียน นศท.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063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F1"/>
                </a:solidFill>
                <a:latin typeface="Sarabun"/>
              </a:rPr>
              <a:t>☐  อัปโหลดรูปโปรไฟล์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886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F1"/>
                </a:solidFill>
                <a:latin typeface="Sarabun"/>
              </a:rPr>
              <a:t>☐  สร้างและบันทึก Face Descriptor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7091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F1"/>
                </a:solidFill>
                <a:latin typeface="Sarabun"/>
              </a:rPr>
              <a:t>☐  จัดการข้อมูล นศท.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143000"/>
            <a:ext cx="2743200" cy="521208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1143000"/>
            <a:ext cx="2743200" cy="5029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1188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Sarabun"/>
              </a:rPr>
              <a:t>Phase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144475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1B2A"/>
                </a:solidFill>
                <a:latin typeface="Sarabun"/>
              </a:rPr>
              <a:t>Week 5-6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737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arabun"/>
              </a:rPr>
              <a:t>✅ ระบบเช็คชื่อ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240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F1"/>
                </a:solidFill>
                <a:latin typeface="Sarabun"/>
              </a:rPr>
              <a:t>☐  หน้าสแกนใบหน้าเช็คชื่อ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063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F1"/>
                </a:solidFill>
                <a:latin typeface="Sarabun"/>
              </a:rPr>
              <a:t>☐  บันทึก Log การเช็คชื่อ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886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F1"/>
                </a:solidFill>
                <a:latin typeface="Sarabun"/>
              </a:rPr>
              <a:t>☐  รองรับ 2 รอบต่อวัน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7091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F1"/>
                </a:solidFill>
                <a:latin typeface="Sarabun"/>
              </a:rPr>
              <a:t>☐  แจ้งเตือนผล Real-time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52560" y="1143000"/>
            <a:ext cx="2743200" cy="521208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52560" y="1143000"/>
            <a:ext cx="274320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9720" y="1188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Sarabun"/>
              </a:rPr>
              <a:t>Phase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144475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1B2A"/>
                </a:solidFill>
                <a:latin typeface="Sarabun"/>
              </a:rPr>
              <a:t>Week 7-8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1737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arabun"/>
              </a:rPr>
              <a:t>📊 รายงาน + Deploy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2240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F1"/>
                </a:solidFill>
                <a:latin typeface="Sarabun"/>
              </a:rPr>
              <a:t>☐  หน้ารายงานสถิติ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063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F1"/>
                </a:solidFill>
                <a:latin typeface="Sarabun"/>
              </a:rPr>
              <a:t>☐  Export Excel / PDF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886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F1"/>
                </a:solidFill>
                <a:latin typeface="Sarabun"/>
              </a:rPr>
              <a:t>☐  Deploy บน Firebase Hosting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7091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F1"/>
                </a:solidFill>
                <a:latin typeface="Sarabun"/>
              </a:rPr>
              <a:t>☐  ทดสอบกับผู้ใช้จริง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6492240"/>
            <a:ext cx="11612880" cy="228600"/>
          </a:xfrm>
          <a:prstGeom prst="rect">
            <a:avLst/>
          </a:prstGeom>
          <a:solidFill>
            <a:srgbClr val="0A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47395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E676"/>
                </a:solidFill>
                <a:latin typeface="Sarabun"/>
              </a:rPr>
              <a:t>⏱️ ระยะเวลารวม ~2 เดือน  |  ทีม 1-2 คนก็ทำได้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E676"/>
                </a:solidFill>
                <a:latin typeface="Sarabun"/>
              </a:rPr>
              <a:t>💰 ค่าใช้จ่ายทั้งหมด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029200" cy="32004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00E676"/>
                </a:solidFill>
                <a:latin typeface="Sarabun"/>
              </a:rPr>
              <a:t>0 บาท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9260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Sarabun"/>
              </a:rPr>
              <a:t>ค่าใช้จ่ายทั้งหมด
(ต่อเดือน / ต่อปี)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7840" y="1097280"/>
            <a:ext cx="6309360" cy="32004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0" y="11887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  <a:latin typeface="Sarabun"/>
              </a:rPr>
              <a:t>รายละเอียด Free Tier ที่ใช้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1691640"/>
            <a:ext cx="6217920" cy="475488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17373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arabun"/>
              </a:rPr>
              <a:t>face-api.js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7373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676"/>
                </a:solidFill>
                <a:latin typeface="Sarabun"/>
              </a:rPr>
              <a:t>ฟรี 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984248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F1"/>
                </a:solidFill>
                <a:latin typeface="Sarabun"/>
              </a:rPr>
              <a:t>Open-source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203704"/>
            <a:ext cx="6217920" cy="475488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2494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arabun"/>
              </a:rPr>
              <a:t>Firebase Firestore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494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676"/>
                </a:solidFill>
                <a:latin typeface="Sarabun"/>
              </a:rPr>
              <a:t>ฟรี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2496312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F1"/>
                </a:solidFill>
                <a:latin typeface="Sarabun"/>
              </a:rPr>
              <a:t>50K อ่าน / 20K เขียน ต่อวัน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23560" y="2715768"/>
            <a:ext cx="6217920" cy="475488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27614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arabun"/>
              </a:rPr>
              <a:t>Firebase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76148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676"/>
                </a:solidFill>
                <a:latin typeface="Sarabun"/>
              </a:rPr>
              <a:t>ฟรี 5GB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3008376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F1"/>
                </a:solidFill>
                <a:latin typeface="Sarabun"/>
              </a:rPr>
              <a:t>ใช้แค่ ~400MB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23560" y="3227832"/>
            <a:ext cx="6217920" cy="475488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32735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arabun"/>
              </a:rPr>
              <a:t>Firebase Hosting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2735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676"/>
                </a:solidFill>
                <a:latin typeface="Sarabun"/>
              </a:rPr>
              <a:t>ฟรี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352044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F1"/>
                </a:solidFill>
                <a:latin typeface="Sarabun"/>
              </a:rPr>
              <a:t>10GB + SSL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23560" y="3739896"/>
            <a:ext cx="6217920" cy="475488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5000" y="3785615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arabun"/>
              </a:rPr>
              <a:t>Firebase Auth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785615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676"/>
                </a:solidFill>
                <a:latin typeface="Sarabun"/>
              </a:rPr>
              <a:t>ฟรี 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4032504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F1"/>
                </a:solidFill>
                <a:latin typeface="Sarabun"/>
              </a:rPr>
              <a:t>ไม่จำกัด User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480560"/>
            <a:ext cx="11612880" cy="18288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4480560"/>
            <a:ext cx="11612880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5262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D700"/>
                </a:solidFill>
                <a:latin typeface="Sarabun"/>
              </a:rPr>
              <a:t>⚠️ เมื่อไหร่ถึงจะต้องจ่าย?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983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F1"/>
                </a:solidFill>
                <a:latin typeface="Sarabun"/>
              </a:rPr>
              <a:t>📈 นศท. เกิน 10,000+ คน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4983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F1"/>
                </a:solidFill>
                <a:latin typeface="Sarabun"/>
              </a:rPr>
              <a:t>📊 เช็คชื่อเกิน 50,000 ครั้ง/วัน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983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F1"/>
                </a:solidFill>
                <a:latin typeface="Sarabun"/>
              </a:rPr>
              <a:t>📦 รูปโปรไฟล์เกิน 5GB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E676"/>
                </a:solidFill>
                <a:latin typeface="Sarabun"/>
              </a:rPr>
              <a:t>👉 สำหรับ นศท. 1,000 คน — ไม่มีทางเกิน Free Tier เลยครับ 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8FF"/>
                </a:solidFill>
                <a:latin typeface="Sarabun"/>
              </a:rPr>
              <a:t>⚖️ ข้อดี / ข้อเสีย และวิธีแก้ไข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474720" cy="521208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3474720" cy="4572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612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B2A"/>
                </a:solidFill>
                <a:latin typeface="Sarabun"/>
              </a:rPr>
              <a:t>✅ ข้อดี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6420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arabun"/>
              </a:rPr>
              <a:t>🆓 ฟรี 100% ไม่มีค่าใช้จ่าย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368296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arabun"/>
              </a:rPr>
              <a:t>🌐 ใช้ได้ทุกที่ผ่านเบราว์เซอร์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072384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arabun"/>
              </a:rPr>
              <a:t>👥 รองรับคนได้ไม่จำกัด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77647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arabun"/>
              </a:rPr>
              <a:t>🔒 ข้อมูลไม่รั่วไหล
    ประมวลผลในเครื่องผู้ใช้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4805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arabun"/>
              </a:rPr>
              <a:t>⚡ เร็ว 1-2 วิ ต่อการสแกน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518464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arabun"/>
              </a:rPr>
              <a:t>🛠️ ไม่ต้องรัน Server เอง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77639" y="1097280"/>
            <a:ext cx="3566160" cy="9144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77639" y="1097280"/>
            <a:ext cx="64008" cy="9144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114300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arabun"/>
              </a:rPr>
              <a:t>🎭 ถูก Spoof ด้วยรูปได้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8120" y="1097280"/>
            <a:ext cx="4114800" cy="9144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18120" y="1097280"/>
            <a:ext cx="64008" cy="9144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114300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F1"/>
                </a:solidFill>
                <a:latin typeface="Sarabun"/>
              </a:rPr>
              <a:t>💡 แก้: เพิ่ม Liveness Detection
(บังคับขยิบตา/หันหน้า)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77639" y="2121408"/>
            <a:ext cx="3566160" cy="9144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77639" y="2121408"/>
            <a:ext cx="64008" cy="9144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216712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arabun"/>
              </a:rPr>
              <a:t>💡 แสงน้อยจำหน้าผิด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18120" y="2121408"/>
            <a:ext cx="4114800" cy="9144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18120" y="2121408"/>
            <a:ext cx="64008" cy="9144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2167128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F1"/>
                </a:solidFill>
                <a:latin typeface="Sarabun"/>
              </a:rPr>
              <a:t>💡 แก้: ตรวจความสว่างก่อนสแกน
แจ้งเตือนถ้าแสงไม่พอ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77639" y="3145536"/>
            <a:ext cx="3566160" cy="9144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77639" y="3145536"/>
            <a:ext cx="64008" cy="9144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0" y="3191256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arabun"/>
              </a:rPr>
              <a:t>🐢 มือถือเก่าอาจช้า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18120" y="3145536"/>
            <a:ext cx="4114800" cy="9144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18120" y="3145536"/>
            <a:ext cx="64008" cy="9144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3191256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F1"/>
                </a:solidFill>
                <a:latin typeface="Sarabun"/>
              </a:rPr>
              <a:t>💡 แก้: ใช้โหมด Snapshot
แทน Real-time scan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77639" y="4169664"/>
            <a:ext cx="3566160" cy="9144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977639" y="4169664"/>
            <a:ext cx="64008" cy="9144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0" y="4215384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arabun"/>
              </a:rPr>
              <a:t>🎭 แฝดอาจสับสน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18120" y="4169664"/>
            <a:ext cx="4114800" cy="9144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18120" y="4169664"/>
            <a:ext cx="64008" cy="9144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79" y="4215384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F1"/>
                </a:solidFill>
                <a:latin typeface="Sarabun"/>
              </a:rPr>
              <a:t>💡 แก้: ปรับ Threshold เข้มขึ้น
ลงทะเบียนหลายมุมใบหน้า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77639" y="5193792"/>
            <a:ext cx="3566160" cy="9144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977639" y="5193792"/>
            <a:ext cx="64008" cy="9144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0" y="523951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arabun"/>
              </a:rPr>
              <a:t>⏱️ โหลดครั้งแรกช้า 5-8 วิ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18120" y="5193792"/>
            <a:ext cx="4114800" cy="9144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818120" y="5193792"/>
            <a:ext cx="64008" cy="9144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5279" y="5239512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F1"/>
                </a:solidFill>
                <a:latin typeface="Sarabun"/>
              </a:rPr>
              <a:t>💡 แก้: แสดง Loading Bar
Browser Cache ช่วย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77639" y="74980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5C5C"/>
                </a:solidFill>
                <a:latin typeface="Sarabun"/>
              </a:rPr>
              <a:t>❌ ปัญหา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20" y="7498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676"/>
                </a:solidFill>
                <a:latin typeface="Sarabun"/>
              </a:rPr>
              <a:t>✅ วิธีแก้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C8FF"/>
                </a:solidFill>
                <a:latin typeface="Sarabun"/>
              </a:rPr>
              <a:t>🚀 สรุปและขั้นตอนต่อไป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D6F1"/>
                </a:solidFill>
                <a:latin typeface="Sarabun"/>
              </a:rPr>
              <a:t>ระบบเช็คชื่อ นศท. ด้วยใบหน้า — ฟรี รวดเร็ว ปลอดภัย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2743200" cy="22860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274320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Sarabun"/>
              </a:rP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06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C8FF"/>
                </a:solidFill>
                <a:latin typeface="Sarabun"/>
              </a:rPr>
              <a:t>face-api.js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175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D6F1"/>
                </a:solidFill>
                <a:latin typeface="Sarabun"/>
              </a:rPr>
              <a:t>AI จำใบหน้า
ในเบราว์เซอร์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828800"/>
            <a:ext cx="2743200" cy="22860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828800"/>
            <a:ext cx="2743200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965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Sarabun"/>
              </a:rPr>
              <a:t>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606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D700"/>
                </a:solidFill>
                <a:latin typeface="Sarabun"/>
              </a:rPr>
              <a:t>Firebase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0175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D6F1"/>
                </a:solidFill>
                <a:latin typeface="Sarabun"/>
              </a:rPr>
              <a:t>DB + Storage
+ Hosting ฟรี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828800"/>
            <a:ext cx="2743200" cy="22860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828800"/>
            <a:ext cx="2743200" cy="6400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965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Sarabun"/>
              </a:rPr>
              <a:t>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606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E676"/>
                </a:solidFill>
                <a:latin typeface="Sarabun"/>
              </a:rPr>
              <a:t>1,000 คน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0175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D6F1"/>
                </a:solidFill>
                <a:latin typeface="Sarabun"/>
              </a:rPr>
              <a:t>รองรับได้สบาย
ไม่เกิน Free Tier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1828800"/>
            <a:ext cx="2743200" cy="22860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1828800"/>
            <a:ext cx="2743200" cy="64008"/>
          </a:xfrm>
          <a:prstGeom prst="rect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1965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Sarabun"/>
              </a:rPr>
              <a:t>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2606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FFB3"/>
                </a:solidFill>
                <a:latin typeface="Sarabun"/>
              </a:rPr>
              <a:t>0 บาท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30175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D6F1"/>
                </a:solidFill>
                <a:latin typeface="Sarabun"/>
              </a:rPr>
              <a:t>ค่าใช้จ่าย
ตลอดการใช้งาน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251960"/>
            <a:ext cx="11430000" cy="21031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31596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  <a:latin typeface="Sarabun"/>
              </a:rPr>
              <a:t>📋 ขั้นตอนต่อไป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754880"/>
            <a:ext cx="2148840" cy="141732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754880"/>
            <a:ext cx="214884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828032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8FF"/>
                </a:solidFill>
                <a:latin typeface="Sarabun"/>
              </a:rPr>
              <a:t>Step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138928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สร้าง Firebase Project และตั้งค่า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4754880"/>
            <a:ext cx="2148840" cy="141732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0" y="4754880"/>
            <a:ext cx="214884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34640" y="4828032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FF"/>
                </a:solidFill>
                <a:latin typeface="Sarabun"/>
              </a:rPr>
              <a:t>Step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5138928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พัฒนาหน้าลงทะเบียน นศท.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0" y="4754880"/>
            <a:ext cx="2148840" cy="141732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0" y="4754880"/>
            <a:ext cx="214884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0" y="4828032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676"/>
                </a:solidFill>
                <a:latin typeface="Sarabun"/>
              </a:rPr>
              <a:t>Step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5138928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พัฒนาหน้าสแกนใบหน้าเช็คชื่อ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0" y="4754880"/>
            <a:ext cx="2148840" cy="141732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0" y="4754880"/>
            <a:ext cx="214884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0" y="4828032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  <a:latin typeface="Sarabun"/>
              </a:rPr>
              <a:t>Step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5138928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พัฒนาหน้ารายงานและ Dashboard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01200" y="4754880"/>
            <a:ext cx="2148840" cy="141732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601200" y="4754880"/>
            <a:ext cx="2148840" cy="54864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92640" y="4828032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C5C"/>
                </a:solidFill>
                <a:latin typeface="Sarabun"/>
              </a:rPr>
              <a:t>Step 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5138928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ทดสอบและ Deploy บน Firebase Hosting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FFB3"/>
                </a:solidFill>
                <a:latin typeface="Sarabun"/>
              </a:rPr>
              <a:t>พร้อมเริ่มสร้างได้เลย! 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